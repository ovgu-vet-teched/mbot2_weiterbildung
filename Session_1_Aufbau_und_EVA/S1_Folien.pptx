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Kurz vorstellen: Leitung, Ablauf der Reihe. Kernbotschaft: Sie brauchen kein Vorwissen – nach 90 Minuten fährt Ihr selbst gebauter Roboter mit Ihrem ersten Programm, und Sie wissen, was Ihre Klasse dafür braucht.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 über die drei Sitzungen und die Selbstlernphasen dazwischen. Den Doppeldecker erklären: Wir fragen am Ende jeder Phase, was das für Ihre Klasse bedeutet.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Ablauf kurz zeigen. Die Montage ist der größte Block – in der Erprobung brauchten Tandems rund 45 Minuten. Deshalb liegen vormontierte Geräte als Plan B bereit.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als Strichliste auf dem Flipchart festhalten (Feedback aus der Erprobung: Das Ergebnis wurde nirgends aufgenommen). Danach heterogene Tandems bilden. Doppeldecker-Hinweis: Die Ampel ist eine schnelle Diagnose, die auch in der Klasse funktioniert – aber nur, wenn das Ergebnis sichtbar weiterverwendet wird.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Antworten auf die Leitfrage sammeln und den drei Spalten zuordnen, dann diese Folie zeigen. Am Demo-mBot2 unter der Dokumentenkamera zeigen: Wo nimmt er wahr, wo entscheidet er, wo handelt er? Danach Arbeitsheft Aufgabe 1 (8 Min.).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Plenumskontrolle (2 Min.). Denkfrage aus dem Arbeitsheft aufgreifen: Warum ist der Encoder-Motor Ausgabe und Eingabe zugleich? Antwort: Er treibt an und meldet die Drehung zurück – so kann der mBot2 genau 20 cm fahren (Regelkreis). Achtung: Viele Internet-Anleitungen beschreiben noch den alten mBot mit mCore und AA-Batterien.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Jetzt die Live-Demo unter der Dokumentenkamera: Bit umstecken, Schrauben sortieren (1 Minute). Feedback aus der Erprobung: Der Tipp auf der Folie allein ging unter. Doppeldecker: Rollen mit festem Wechsel verhindern, dass eine Person alles macht.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wie in der Originalanleitung. Leitung geht herum. Zwischencheck nach Schritt 5 aktiv einfordern. Ab Minute 55: Tandems, die noch nicht bei Schritt 7 sind, bekommen einen vormontierten mBot2 und bauen ihren eigenen später fertig. Schnelle Tandems: Arbeitsheft Aufgabe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am Beamer zeigen, Schritt für Schritt. Die Installation des Connectors braucht Administratorrechte – Thema für die Reflexion am Ende (Weg 1 / Weg 2). Bei Problemen: Datenkabel? Richtiges System „mBot 2“ gewählt? Token neu erzeugen.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 Beamer zeigen: Ein Fahrbefehl ohne Warte-Block wird endlos wiederholt. Das ist die häufigste Überraschung beim Einstieg mit Open Roberta und dem mBot2.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 für Block am Beamer bauen und dabei laut erklären (Feedback: Code-Erklärung am Beamer). Erst Vorhersage einholen, dann ausführen. Lösung: 10 cm vor dem Start, Blick zurück zum Start. Abweichungen (Drehung nicht genau 180°) nicht wegerklären – Vorgriff auf Sitzung 2: Modell und Wirklichkeit.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Leitung hilft vor allem bei Verbindungsproblemen (Plan B: Technik-Vorbereitung Abschnitt 4). Musterlösungen im Lösungsheft – vor der Sitzung getestet.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Blitzlicht: je Tandem ein Satz. Dann die drei Reflexionsfragen. Kernsatz: Technik-Vorbereitung ist Unterrichtszeit. Danach Ampel erneut und Ergebnis neben das erste auf das Flipchart 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Abschluss. Auf das Selbstlernmodul hinweisen: Die Ergebnisse des Wissenschecks werden zu Beginn von Sitzung 2 aufgegriffen. Dank.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06F6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Der mBot2 im Fachunterricht · Sitzung 1 · CC BY 4.0</a:t>
            </a:r>
            <a:endParaRPr lang="en-US" sz="1000" dirty="0"/>
          </a:p>
        </p:txBody>
      </p:sp>
      <p:pic>
        <p:nvPicPr>
          <p:cNvPr id="3" name="Image 0" descr="/Users/h_tegelbeckers/Library/CloudStorage/Nextcloud-cloud.ovgu.de-HannesTegelbeckers/PROF_INGPED_TECHED/Admin/Personal/Lehre/Tegelbeckers Hannes/06_Lehrinhalte/Didaktikwerkstatt/DW-T 2026/Agent_Improved/assets/ovgu_fhw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4175" y="274320"/>
            <a:ext cx="2468880" cy="564756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_tegelbeckers/Library/CloudStorage/Nextcloud-cloud.ovgu.de-HannesTegelbeckers/PROF_INGPED_TECHED/Admin/Personal/Lehre/Tegelbeckers Hannes/06_Lehrinhalte/Didaktikwerkstatt/DW-T 2026/Agent_Improved/assets/ovgu_fhw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5486400" cy="125501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06F6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Der mBot2 im Fachunterricht · Sitzung 1 · CC BY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488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06F6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FORTBILDUNGSREIHE · DER mBOT2 IM FACHUNTERRICHT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Den mBot2 kennenlernen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Aufbau, EVA-Prinzip und erstes Programm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2697480" cy="548640"/>
          </a:xfrm>
          <a:prstGeom prst="roundRect">
            <a:avLst>
              <a:gd name="adj" fmla="val 50000"/>
            </a:avLst>
          </a:prstGeom>
          <a:solidFill>
            <a:srgbClr val="FDF0E3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800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Sitzung 1 von 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29000" y="4800600"/>
            <a:ext cx="2697480" cy="548640"/>
          </a:xfrm>
          <a:prstGeom prst="roundRect">
            <a:avLst>
              <a:gd name="adj" fmla="val 50000"/>
            </a:avLst>
          </a:prstGeom>
          <a:solidFill>
            <a:srgbClr val="FDF0E3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4800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90 Minuten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4800600"/>
            <a:ext cx="2697480" cy="548640"/>
          </a:xfrm>
          <a:prstGeom prst="roundRect">
            <a:avLst>
              <a:gd name="adj" fmla="val 50000"/>
            </a:avLst>
          </a:prstGeom>
          <a:solidFill>
            <a:srgbClr val="FDF0E3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4800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Open Roberta Lab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088575" y="2286000"/>
            <a:ext cx="1554480" cy="155448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88575" y="22860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</a:t>
            </a:r>
            <a:endParaRPr lang="en-US" sz="5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Die Fortbildungsreihe im Überblick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06F6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Jede Sitzung folgt dem Dreischritt Erleben → Reflektieren → Übertragen.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Sitzung 1 · heute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mBot2 aufbauen und als System verstehen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EVA-Prinzip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mit Open Roberta verbinden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erstes Programm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53458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19456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267858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Sitzung 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Sequenz, Schleife, Bedingung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Sensorwerte und Schwellenwerte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Lernpfade A/B/C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Mini-Teach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58277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86877" y="219456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6877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072677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Sitzung 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32597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Erprobung in Fachgruppen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Tagesplan für eine Projektwoche (Kl. 5–13)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Peer-Feedback, Übergaben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!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Pädagogischer Doppeldecker: Sie erleben heute selbst die Methoden, die Sie später in Ihrer Klasse einsetzen können.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Ziele und Ablauf heute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06F6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Ziel: Den mBot2 selbstständig in Betrieb nehmen und das Zusammenspiel von Sensor, Steuerung und Aktor erklären.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2423160"/>
            <a:ext cx="10545775" cy="0"/>
          </a:xfrm>
          <a:prstGeom prst="line">
            <a:avLst/>
          </a:prstGeom>
          <a:noFill/>
          <a:ln w="25400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0610" y="214884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1061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20725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0–10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2072579" cy="2926080"/>
          </a:xfrm>
          <a:prstGeom prst="roundRect">
            <a:avLst>
              <a:gd name="adj" fmla="val 4412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429000"/>
            <a:ext cx="17068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Ankommen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170681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Ampel-Abfrage, Tandems bilden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566069" y="214884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069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804099" y="2834640"/>
            <a:ext cx="20725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10–24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04099" y="3291840"/>
            <a:ext cx="2072579" cy="2926080"/>
          </a:xfrm>
          <a:prstGeom prst="roundRect">
            <a:avLst>
              <a:gd name="adj" fmla="val 4412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86979" y="3429000"/>
            <a:ext cx="17068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EVA und Bauteile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986979" y="4160520"/>
            <a:ext cx="170681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Leitfrage, Bauteile zuordnen (Arbeitsheft Aufgabe 1)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21528" y="2148840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21528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59558" y="2834640"/>
            <a:ext cx="20725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24–62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59558" y="3291840"/>
            <a:ext cx="2072579" cy="2926080"/>
          </a:xfrm>
          <a:prstGeom prst="roundRect">
            <a:avLst>
              <a:gd name="adj" fmla="val 441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42438" y="3429000"/>
            <a:ext cx="17068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Montage im Tandem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242438" y="4160520"/>
            <a:ext cx="170681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Rollen, 9 Bauschritte, Funktionsprüfung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76987" y="214884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6987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315017" y="2834640"/>
            <a:ext cx="20725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62–80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315017" y="3291840"/>
            <a:ext cx="2072579" cy="2926080"/>
          </a:xfrm>
          <a:prstGeom prst="roundRect">
            <a:avLst>
              <a:gd name="adj" fmla="val 4412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7897" y="3429000"/>
            <a:ext cx="17068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Open Roberta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497897" y="4160520"/>
            <a:ext cx="170681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Verbinden, erstes Programm vorhersagen und testen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332446" y="214884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32446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570476" y="2834640"/>
            <a:ext cx="20725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80–90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570476" y="3291840"/>
            <a:ext cx="2072579" cy="2926080"/>
          </a:xfrm>
          <a:prstGeom prst="roundRect">
            <a:avLst>
              <a:gd name="adj" fmla="val 4412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53356" y="3429000"/>
            <a:ext cx="17068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Reflexion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753356" y="4160520"/>
            <a:ext cx="170681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Was bedeutet das für meine Klasse? Ausblick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Wo stehen Sie?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06F6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Halten Sie die Ampelkarte hoch, die am besten passt. Wir zählen und vergleichen am Ende.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548640" cy="548640"/>
          </a:xfrm>
          <a:prstGeom prst="ellipse">
            <a:avLst/>
          </a:prstGeom>
          <a:solidFill>
            <a:srgbClr val="3A9D5D"/>
          </a:solidFill>
          <a:ln w="12700">
            <a:solidFill>
              <a:srgbClr val="3A9D5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Grün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Ich kenne den mBot2 oder ähnliche Roboter und habe schon programmiert.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53458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194560"/>
            <a:ext cx="548640" cy="548640"/>
          </a:xfrm>
          <a:prstGeom prst="ellipse">
            <a:avLst/>
          </a:prstGeom>
          <a:solidFill>
            <a:srgbClr val="E0B020"/>
          </a:solidFill>
          <a:ln w="12700">
            <a:solidFill>
              <a:srgbClr val="E0B0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267858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Gelb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Ich habe schon etwas ausprobiert, z. B. Scratch, Calliope oder LEGO.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158277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86877" y="2194560"/>
            <a:ext cx="548640" cy="548640"/>
          </a:xfrm>
          <a:prstGeom prst="ellipse">
            <a:avLst/>
          </a:prstGeom>
          <a:solidFill>
            <a:srgbClr val="C8453B"/>
          </a:solidFill>
          <a:ln w="12700">
            <a:solidFill>
              <a:srgbClr val="C845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6877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072677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Rot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32597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Das ist alles neu für mich.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!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Tandems: möglichst Grün oder Gelb zusammen mit Rot. Erfahrene erklären – fassen aber nicht 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Das EVA-Prinzip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06F6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Leitfrage: Was muss ein Roboter besitzen, um wahrnehmen, entscheiden und handeln zu können?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246120" cy="3017520"/>
          </a:xfrm>
          <a:prstGeom prst="roundRect">
            <a:avLst>
              <a:gd name="adj" fmla="val 3636"/>
            </a:avLst>
          </a:prstGeom>
          <a:solidFill>
            <a:srgbClr val="706F6F"/>
          </a:solidFill>
          <a:ln w="12700">
            <a:solidFill>
              <a:srgbClr val="706F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Eingabe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WAHRNEHMEN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Sensoren erfassen die Umwelt: Abstand, Helligkeit, Farbe, Geräusch, Neigung, Tastendruck.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59454" y="3200400"/>
            <a:ext cx="548640" cy="548640"/>
          </a:xfrm>
          <a:prstGeom prst="rightArrow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72788" y="1965960"/>
            <a:ext cx="3246120" cy="3017520"/>
          </a:xfrm>
          <a:prstGeom prst="roundRect">
            <a:avLst>
              <a:gd name="adj" fmla="val 3636"/>
            </a:avLst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47108" y="21945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Verarbeitung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747108" y="2743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ENTSCHEIDEN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747108" y="324612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Der CyberPi führt das Programm aus und entscheidet, was passieren soll.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83601" y="3200400"/>
            <a:ext cx="548640" cy="548640"/>
          </a:xfrm>
          <a:prstGeom prst="rightArrow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96935" y="1965960"/>
            <a:ext cx="3246120" cy="3017520"/>
          </a:xfrm>
          <a:prstGeom prst="roundRect">
            <a:avLst>
              <a:gd name="adj" fmla="val 3636"/>
            </a:avLst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71255" y="21945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Ausgabe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671255" y="2743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HANDELN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71255" y="324612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Motoren bewegen, LEDs leuchten, Lautsprecher tönen, das Display zeigt an.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!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Dazu kommen Energie (Akku im Shield) und Struktur/Verbindung (Chassis, Kabel).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Die Bauteile des mBot2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06F6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Lösung zu Aufgabe 1 – erst nach der Tandemphase zeigen.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V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8424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CyberPi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3288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führt das Programm aus; enthält zusätzlich Display, LEDs, Lautsprecher, Licht- und Lagesensor, Mikrofon, Tasten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22978" y="187452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60138" y="2011680"/>
            <a:ext cx="457200" cy="457200"/>
          </a:xfrm>
          <a:prstGeom prst="ellipse">
            <a:avLst/>
          </a:prstGeom>
          <a:solidFill>
            <a:srgbClr val="706F6F"/>
          </a:solidFill>
          <a:ln w="12700">
            <a:solidFill>
              <a:srgbClr val="706F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6013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054498" y="198424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Ultraschallsensor 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05858" y="253288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misst mit Schallwellen den Abstand zu Hindernissen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7317" y="187452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34477" y="2011680"/>
            <a:ext cx="457200" cy="457200"/>
          </a:xfrm>
          <a:prstGeom prst="ellipse">
            <a:avLst/>
          </a:prstGeom>
          <a:solidFill>
            <a:srgbClr val="706F6F"/>
          </a:solidFill>
          <a:ln w="12700">
            <a:solidFill>
              <a:srgbClr val="706F6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3447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28837" y="198424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Quad-RGB-Sensor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80197" y="253288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vier Einzelsensoren erkennen hell/dunkel und Farben am Boden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4114800"/>
            <a:ext cx="457200" cy="45720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0873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Encoder-Motoren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63600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treiben die Räder an; der Encoder misst dabei die Drehung (auch Eingabe!)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22978" y="397764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60138" y="4114800"/>
            <a:ext cx="457200" cy="457200"/>
          </a:xfrm>
          <a:prstGeom prst="ellipse">
            <a:avLst/>
          </a:prstGeom>
          <a:solidFill>
            <a:srgbClr val="9D9D9C"/>
          </a:solidFill>
          <a:ln w="12700">
            <a:solidFill>
              <a:srgbClr val="9D9D9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6013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⚡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054498" y="40873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mBot2-Shield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505858" y="463600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eingebauter Akku (Laden per USB-C); verbindet CyberPi, Motoren und Sensoren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097317" y="397764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34477" y="4114800"/>
            <a:ext cx="457200" cy="457200"/>
          </a:xfrm>
          <a:prstGeom prst="ellipse">
            <a:avLst/>
          </a:prstGeom>
          <a:solidFill>
            <a:srgbClr val="9D9D9C"/>
          </a:solidFill>
          <a:ln w="12700">
            <a:solidFill>
              <a:srgbClr val="9D9D9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34477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828837" y="40873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Chassis und Kabel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80197" y="463600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Aluminiumrahmen trägt alles; Motor- und mBuild-Kabel übertragen Strom und Signale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Montage im Tandem: Rollen und Regeln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Navigator:in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liest jeden Schritt aus der Originalanleitung vor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sucht die richtigen Schrauben heraus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prüft das Ergebnis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53458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55448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67858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Monteur:in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schraubt und steckt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baut nur, was vorgelesen wurde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Rollenwechsel nach Schritt 5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58277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6877" y="1554480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6877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072677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Erfahrene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32597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erklären durch Fragen und Zeigen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fassen nicht an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haben Zusatzaufgaben im Arbeitsheft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!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Schraubendreher-Tipp: Das Bit lässt sich umstecken – Kreuzseite und Sechskantseite. Schrauben vorher nach Größe sortieren.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Die 9 Bauschritte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45738" cy="140208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3560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Räder und Motorkabel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84248"/>
            <a:ext cx="317997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Reifen auf die Radnaben, Motorkabel an beide Motoren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22978" y="1325880"/>
            <a:ext cx="3545738" cy="140208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60138" y="146304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6013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54498" y="143560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Motoren ans Chassis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5858" y="1984248"/>
            <a:ext cx="317997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beide Encoder-Motoren festschrauben · M4×8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7317" y="1325880"/>
            <a:ext cx="3545738" cy="140208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34477" y="146304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34477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28837" y="143560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Räder anbringen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80197" y="1984248"/>
            <a:ext cx="317997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Räder auf die Motorachsen · M2,5×12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2910840"/>
            <a:ext cx="3545738" cy="140208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04800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048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0205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Stützrad und Quad-RGB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569208"/>
            <a:ext cx="317997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Mini-Rad und Quad-RGB-Sensor unten · M4×14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322978" y="2910840"/>
            <a:ext cx="3545738" cy="1402080"/>
          </a:xfrm>
          <a:prstGeom prst="roundRect">
            <a:avLst>
              <a:gd name="adj" fmla="val 521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60138" y="3048000"/>
            <a:ext cx="457200" cy="45720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60138" y="3048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054498" y="30205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Quad-RGB verkabeln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05858" y="3569208"/>
            <a:ext cx="317997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10-cm-Kabel, nicht 20 cm! → Zwischencheck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97317" y="2910840"/>
            <a:ext cx="3545738" cy="140208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34477" y="304800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34477" y="3048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828837" y="30205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Ultraschallsensor 2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3569208"/>
            <a:ext cx="317997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vorn anbauen, 10-cm-Kabel · M4×14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4495800"/>
            <a:ext cx="3545738" cy="140208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463296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32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280160" y="460552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Shield aufsetzen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5154168"/>
            <a:ext cx="317997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mBot2-Shield oben festschrauben · M4×25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322978" y="4495800"/>
            <a:ext cx="3545738" cy="1402080"/>
          </a:xfrm>
          <a:prstGeom prst="roundRect">
            <a:avLst>
              <a:gd name="adj" fmla="val 521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60138" y="4632960"/>
            <a:ext cx="457200" cy="45720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60138" y="4632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8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054498" y="460552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Verkabeln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4505858" y="5154168"/>
            <a:ext cx="317997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linker Motor → EM1, rechter Motor → EM2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097317" y="4495800"/>
            <a:ext cx="3545738" cy="140208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34477" y="463296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34477" y="4632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9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8828837" y="460552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CyberPi aufstecken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8280197" y="5154168"/>
            <a:ext cx="317997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Funktionsprüfung: Display leuchtet, Räder drehen frei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Den mBot2 mit Open Roberta verbinden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45738" cy="1668780"/>
          </a:xfrm>
          <a:prstGeom prst="roundRect">
            <a:avLst>
              <a:gd name="adj" fmla="val 4384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3560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Einschalten, anschließen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84248"/>
            <a:ext cx="317997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Schalter am Shield; USB-C-Datenkabel an den Laptop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22978" y="1325880"/>
            <a:ext cx="3545738" cy="1668780"/>
          </a:xfrm>
          <a:prstGeom prst="roundRect">
            <a:avLst>
              <a:gd name="adj" fmla="val 4384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60138" y="146304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6013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54498" y="143560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Connector starten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5858" y="1984248"/>
            <a:ext cx="317997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Open Roberta Connector findet den mBot2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7317" y="1325880"/>
            <a:ext cx="3545738" cy="1668780"/>
          </a:xfrm>
          <a:prstGeom prst="roundRect">
            <a:avLst>
              <a:gd name="adj" fmla="val 4384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34477" y="146304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34477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28837" y="143560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Verbinden → Token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80197" y="1984248"/>
            <a:ext cx="317997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Der Connector zeigt einen Token (z. B. 7GH2KQ9X)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177540"/>
            <a:ext cx="3545738" cy="1668780"/>
          </a:xfrm>
          <a:prstGeom prst="roundRect">
            <a:avLst>
              <a:gd name="adj" fmla="val 4384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31470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314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2872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Lab öffnen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835908"/>
            <a:ext cx="317997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lab.open-roberta.org → System „mBot 2“ wählen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322978" y="3177540"/>
            <a:ext cx="3545738" cy="1668780"/>
          </a:xfrm>
          <a:prstGeom prst="roundRect">
            <a:avLst>
              <a:gd name="adj" fmla="val 4384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60138" y="331470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60138" y="3314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054498" y="32872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Roboter → Verbinden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05858" y="3835908"/>
            <a:ext cx="317997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Token eingeben, bestätigen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97317" y="3177540"/>
            <a:ext cx="3545738" cy="1668780"/>
          </a:xfrm>
          <a:prstGeom prst="roundRect">
            <a:avLst>
              <a:gd name="adj" fmla="val 4384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34477" y="3314700"/>
            <a:ext cx="457200" cy="45720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34477" y="3314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828837" y="32872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Programm übertragen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3835908"/>
            <a:ext cx="317997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Play-Knopf unten rechts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!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Für den mBot2 gibt es in Open Roberta keinen Simulator. Programme werden direkt am Gerät getestet – deshalb sagen wir vorher voraus, was passieren wird.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Merksatz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4415" cy="1828800"/>
          </a:xfrm>
          <a:prstGeom prst="roundRect">
            <a:avLst>
              <a:gd name="adj" fmla="val 6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371600"/>
            <a:ext cx="101800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Beim mBot2 ist der Startblock eine Endlosschleife. Alles darin läuft immer wieder.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5852160" cy="2240280"/>
          </a:xfrm>
          <a:prstGeom prst="roundRect">
            <a:avLst>
              <a:gd name="adj" fmla="val 4082"/>
            </a:avLst>
          </a:prstGeom>
          <a:solidFill>
            <a:srgbClr val="3C3C3B"/>
          </a:solidFill>
          <a:ln w="12700">
            <a:solidFill>
              <a:srgbClr val="3C3C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749040"/>
            <a:ext cx="5303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Wiederhole unendlich oft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Warte bis  Taste A gedrückt?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… Ihr Programm …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3520440"/>
            <a:ext cx="4876495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Die Schleife lässt sich nicht entfernen.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„Warte bis Taste A gedrückt?“ als erster Block: Jeder Durchlauf startet erst auf Knopfdruck.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Auch eine gute Sicherheitsregel für die Klasse.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Erstes Programm: erst vorhersagen, dann testen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035040" cy="4206240"/>
          </a:xfrm>
          <a:prstGeom prst="roundRect">
            <a:avLst>
              <a:gd name="adj" fmla="val 2174"/>
            </a:avLst>
          </a:prstGeom>
          <a:solidFill>
            <a:srgbClr val="3C3C3B"/>
          </a:solidFill>
          <a:ln w="12700">
            <a:solidFill>
              <a:srgbClr val="3C3C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5486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Wiederhole unendlich oft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Warte bis  Taste A gedrückt?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Fahre vorwärts  Tempo U/min 30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Strecke cm 20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Drehe rechts    Tempo U/min 30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Grad 180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Fahre vorwärts  Tempo U/min 30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Strecke cm 10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949440" y="1371600"/>
            <a:ext cx="4693615" cy="192024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0" y="1600200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Vorhersage (Tandem, 1 Min.)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2103120"/>
            <a:ext cx="4144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Wo steht der mBot2 am Ende? In welche Richtung schaut er? Skizzieren Sie Start und Ende.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949440" y="3474720"/>
            <a:ext cx="4693615" cy="1920240"/>
          </a:xfrm>
          <a:prstGeom prst="roundRect">
            <a:avLst>
              <a:gd name="adj" fmla="val 5714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23760" y="3703320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Dann testen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4206240"/>
            <a:ext cx="4144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Auf dem Boden fahren lassen. Stimmt die Vorhersage? Was weicht ab?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Ihre Aufgaben (11 Minuten)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Pflicht: Fahren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Programm von der letzten Folie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erst vorhersagen, dann testen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Fahrtests auf dem Boden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53458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55448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67858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Wahl: Licht, Klang, Text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LEDs rot – grün – blau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Dreiklang c′ – e′ – g′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„Hallo“ und „Wie geht es dir?“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58277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6877" y="155448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6877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072677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Zusatz: Begrüßung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32597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fährt 30 cm auf Sie zu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leuchtet grün, spielt eine Note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zeigt „Hallo!“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!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Hilfreiche Blöcke stehen im Arbeitsheft (Aufgabe 5). Erst Tandem, dann Nachbartandem, dann Leitung.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Was bedeutet das für Ihre Klasse?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06F6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Wer richtet die Technik ein? Zwei Wege aus der Erprobung: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64328" cy="292608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03120"/>
            <a:ext cx="548640" cy="548640"/>
          </a:xfrm>
          <a:prstGeom prst="ellipse">
            <a:avLst/>
          </a:prstGeom>
          <a:solidFill>
            <a:srgbClr val="9D9D9C"/>
          </a:solidFill>
          <a:ln w="12700">
            <a:solidFill>
              <a:srgbClr val="9D9D9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–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0312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Weg 2: mit der Klasse einrichten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Installation wird Teil der Stunde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kostet etwa die Hälfte der Zeit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Aufgaben stark kürzen (z. B. nur Fahren)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Rechte auf Schulgeräten oft nicht vorhanden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78728" y="1874520"/>
            <a:ext cx="5364328" cy="292608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103120"/>
            <a:ext cx="548640" cy="548640"/>
          </a:xfrm>
          <a:prstGeom prst="ellipse">
            <a:avLst/>
          </a:prstGeom>
          <a:solidFill>
            <a:srgbClr val="7A003F"/>
          </a:solidFill>
          <a:ln w="12700">
            <a:solidFill>
              <a:srgbClr val="7A00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+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193128" y="210312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Weg 1: vorab einrichten (empfohlen)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7889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Lehrkraft installiert und testet vorher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Rechte rechtzeitig mit der IT klären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die Stunde gehört den Lernzielen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Plan B: vormontierte, verbundene Geräte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!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Arbeitsheft Aufgabe 6: Zeitbedarf Montage? Was muss an Ihrer Schule vorbereitet werden? Welche Methode übernehmen Sie?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83512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Bis zur nächsten Sitzung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91640"/>
            <a:ext cx="2265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Selbstlernmodul 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29056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Wissenscheck (10 Fragen)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Open Roberta ohne Roboter erkunden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ca. 30 Minuten im Moodle-Kurs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68698" y="146304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43018" y="1691640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4301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328818" y="1691640"/>
            <a:ext cx="2265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Ihre mBot2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43018" y="2468880"/>
            <a:ext cx="29056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bleiben montiert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beschriften (Nr. am Shield)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an die Ladestation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88757" y="146304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63077" y="1691640"/>
            <a:ext cx="548640" cy="548640"/>
          </a:xfrm>
          <a:prstGeom prst="ellipse">
            <a:avLst/>
          </a:prstGeom>
          <a:solidFill>
            <a:srgbClr val="EF7D00"/>
          </a:solidFill>
          <a:ln w="12700">
            <a:solidFill>
              <a:srgbClr val="EF7D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3077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48877" y="1691640"/>
            <a:ext cx="2265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003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Sitzung 2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63077" y="2468880"/>
            <a:ext cx="29056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Schleifen und Bedingungen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Sensoren und Schwellenwerte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1D1B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Lernpfade für jedes Vorwissen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06F6F"/>
                </a:solidFill>
                <a:latin typeface="Lucida Sans"/>
                <a:ea typeface="Lucida Sans"/>
                <a:cs typeface="Lucida San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ucida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ucida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Otto-von-Guericke-Universität Magdeburg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Sitzung 1 – Den mBot2 kennenlernen</dc:title>
  <dc:subject>PptxGenJS Presentation</dc:subject>
  <dc:creator>ITVET – OVGU Magdeburg</dc:creator>
  <cp:lastModifiedBy>ITVET – OVGU Magdeburg</cp:lastModifiedBy>
  <cp:revision>1</cp:revision>
  <dcterms:created xsi:type="dcterms:W3CDTF">2026-10-04T17:57:06Z</dcterms:created>
  <dcterms:modified xsi:type="dcterms:W3CDTF">2026-10-04T17:57:06Z</dcterms:modified>
</cp:coreProperties>
</file>